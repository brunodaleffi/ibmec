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5143500" cy="9144000"/>
  <p:embeddedFontLst>
    <p:embeddedFont>
      <p:font typeface="Arial Black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5oWEV931oxANsAAKpH6PvK4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lang="en-US" sz="3600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JURIMETRIA E ANÁLISE DE DADOS PARA DECISÕES ESTRATÉGICAS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Aula </a:t>
            </a:r>
            <a:r>
              <a:rPr b="1" lang="en-US" sz="2000">
                <a:solidFill>
                  <a:srgbClr val="E8A317"/>
                </a:solidFill>
              </a:rPr>
              <a:t>X</a:t>
            </a:r>
            <a:r>
              <a:rPr b="1" i="0" lang="en-US" sz="20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 – Bloco </a:t>
            </a:r>
            <a:r>
              <a:rPr b="1" lang="en-US" sz="2000">
                <a:solidFill>
                  <a:srgbClr val="E8A317"/>
                </a:solidFill>
              </a:rPr>
              <a:t>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97280" y="3337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i="1" lang="en-US">
                <a:solidFill>
                  <a:srgbClr val="666666"/>
                </a:solidFill>
              </a:rPr>
              <a:t>Tema da aula-bloco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